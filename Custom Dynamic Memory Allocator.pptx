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Urbani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847873"/>
            <a:ext cx="5540692" cy="2234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CUSTOM DYNAMIC</a:t>
            </a:r>
            <a:b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MEMORY ALLOCATOR</a:t>
            </a:r>
            <a:endParaRPr sz="12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625006"/>
            <a:ext cx="52768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 Deep Dive into Malloc/Free Simulation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600277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Team Eklavya: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 Prashant Singh (24C22054)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 Mayank Singh (24C22037)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 Ankit Patel (24C22007)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F8E7F-C139-0E54-5114-54F8479D8323}"/>
              </a:ext>
            </a:extLst>
          </p:cNvPr>
          <p:cNvSpPr txBox="1"/>
          <p:nvPr/>
        </p:nvSpPr>
        <p:spPr>
          <a:xfrm>
            <a:off x="8315864" y="0"/>
            <a:ext cx="7297947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092647-C6EF-3F83-C7C9-51200B7C6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8329" y="0"/>
            <a:ext cx="569367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249090"/>
            <a:ext cx="5372100" cy="338851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76275" y="39052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Problem &amp;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Motivation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485775" y="3905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2639615"/>
            <a:ext cx="48206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Objectives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068240"/>
            <a:ext cx="45910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1. Simulate heap behavior using a Memory Pool.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724650" y="3612951"/>
            <a:ext cx="45910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2. Implement First-Fit allocation strategy.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4157662"/>
            <a:ext cx="45910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3. Handle Block Splitting &amp; Coalescing.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4702373"/>
            <a:ext cx="45910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4. Build a CLI for real-time interaction.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28675" y="2258972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2550" y="2106035"/>
            <a:ext cx="49911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"Black Box":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Standard functions like </a:t>
            </a:r>
            <a:r>
              <a:rPr lang="en-US" sz="165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malloc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650" b="0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free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abstract away complex memory management logic.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828675" y="3283505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1513" y="3227041"/>
            <a:ext cx="499110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Goal: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To deconstruct this abstraction by building a system that manages a raw block of memory manually.</a:t>
            </a:r>
          </a:p>
        </p:txBody>
      </p:sp>
      <p:sp>
        <p:nvSpPr>
          <p:cNvPr id="106" name="Google Shape;106;p14"/>
          <p:cNvSpPr txBox="1"/>
          <p:nvPr/>
        </p:nvSpPr>
        <p:spPr>
          <a:xfrm>
            <a:off x="828675" y="4288988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2550" y="4296108"/>
            <a:ext cx="4991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Key Concepts: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1123950" y="462414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47775" y="4623196"/>
            <a:ext cx="4610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Pointer Arithmetic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1123950" y="495931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247775" y="4958357"/>
            <a:ext cx="4610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Memory Fragmentation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23950" y="529447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○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247775" y="5293518"/>
            <a:ext cx="4610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R="0" lvl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Linked List Traversal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76275" y="39052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The Node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Structure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85775" y="3905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485775" y="2995910"/>
            <a:ext cx="5372100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At the core of our allocator is the </a:t>
            </a:r>
            <a:r>
              <a:rPr lang="en-US" sz="16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MemoryBlockNode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 This metadata header precedes every block of memory.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85775" y="3885307"/>
            <a:ext cx="53721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It creates a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Doubly Linked List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that allows us to traverse the heap in both directions, which is crucial for merging adjacent free blocks (coalescing).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523184"/>
            <a:ext cx="53721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676275" y="39052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Initializing the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Memory Pool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485775" y="3905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334125" y="2753915"/>
            <a:ext cx="5372100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allocate one large contiguous block from the OS using standard malloc.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34125" y="3643312"/>
            <a:ext cx="53721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This block is immediately cast to our custom node type. The initial state is a single giant free block.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76275" y="39052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Pointer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Arithmetic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485775" y="3905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85775" y="2995910"/>
            <a:ext cx="53721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Navigating between the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Metadata Header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and the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User Data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requires precise pointer arithmetic.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85775" y="3875782"/>
            <a:ext cx="5372100" cy="101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Key Challenge: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 pointer addition depends on the type size. We cast to char* (1 byte) to ensure byte-level precision when calculating addresses.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306240"/>
            <a:ext cx="3549550" cy="3274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306240"/>
            <a:ext cx="3549699" cy="3274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6525" y="2306240"/>
            <a:ext cx="3549550" cy="327421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676275" y="1277540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First-Fit Allocation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85775" y="1277540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781050" y="3239690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Search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781050" y="3725465"/>
            <a:ext cx="2959000" cy="13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Traverse the linked list starting from head. Stop at the first block where is_free == 1 and size &gt;= request.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4616350" y="3239690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Split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4616350" y="3725465"/>
            <a:ext cx="2959149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If the found block is significantly larger than requested, split it into two: one allocated block and one smaller free block.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451800" y="3239690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3. Assign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451800" y="3725465"/>
            <a:ext cx="2959000" cy="13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Mark the block as allocated, assign the customer_id, and return the pointer to the data area.</a:t>
            </a:r>
            <a:endParaRPr/>
          </a:p>
        </p:txBody>
      </p:sp>
      <p:pic>
        <p:nvPicPr>
          <p:cNvPr id="158" name="Google Shape;15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26205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6350" y="262056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1800" y="2620565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19225"/>
            <a:ext cx="53721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76275" y="39052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Visualizing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Block Splitting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485775" y="3905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485775" y="2763440"/>
            <a:ext cx="53721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When a large free block is found, we split it to minimize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Internal Fragmentation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485775" y="3643312"/>
            <a:ext cx="53721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new node is created at the exact address where the requested memory ends.</a:t>
            </a:r>
            <a:endParaRPr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428750"/>
            <a:ext cx="535305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676275" y="82867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Code: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Splitting Logic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485775" y="82867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19225"/>
            <a:ext cx="53721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676275" y="39052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Coalescing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485775" y="3905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85775" y="2579786"/>
            <a:ext cx="53721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Deallocation isn't just marking a block as free. If we only did that, we would end up with many tiny free blocks (External Fragmentation).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485775" y="3794819"/>
            <a:ext cx="53721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Coalescing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is the process of merging adjacent free blocks into one larger block.</a:t>
            </a:r>
            <a:endParaRPr/>
          </a:p>
        </p:txBody>
      </p:sp>
      <p:pic>
        <p:nvPicPr>
          <p:cNvPr id="189" name="Google Shape;18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428750"/>
            <a:ext cx="5353050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28675" y="4675643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866775" y="4674691"/>
            <a:ext cx="49911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Check </a:t>
            </a:r>
            <a:r>
              <a:rPr lang="en-US" sz="16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next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node: If free, merge.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828675" y="5020329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66775" y="5019377"/>
            <a:ext cx="4991100" cy="344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Check </a:t>
            </a:r>
            <a:r>
              <a:rPr lang="en-US" sz="165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prev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node: If free, merge.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676275" y="37147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Code: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Merging Forward</a:t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485775" y="37147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6334125" y="3168253"/>
            <a:ext cx="5372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This snippet demonstrates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Forward Coalescing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6334125" y="3712964"/>
            <a:ext cx="53721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If the neighbor to the right (next) is free, we expand the current node's size to cover it and bypass the neighbor's node in the linked list.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676275" y="39052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Memory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Traversal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485775" y="3905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485775" y="3168253"/>
            <a:ext cx="53721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To visualize the heap state, we iterate through the list from head to tail.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485775" y="4048125"/>
            <a:ext cx="53721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This allows us to debug fragmentation issues by seeing exactly where free and allocated blocks are located.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419225"/>
            <a:ext cx="5372100" cy="50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 txBox="1"/>
          <p:nvPr/>
        </p:nvSpPr>
        <p:spPr>
          <a:xfrm>
            <a:off x="676275" y="390525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System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Testing</a:t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485775" y="390525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485775" y="2158900"/>
            <a:ext cx="5372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system is driven by a CLI menu offering: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485775" y="4234755"/>
            <a:ext cx="5372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validated the system using edge cases: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771525" y="2704564"/>
            <a:ext cx="952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1.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819150" y="2599313"/>
            <a:ext cx="4991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Allocate Memory</a:t>
            </a:r>
            <a:endParaRPr dirty="0"/>
          </a:p>
        </p:txBody>
      </p:sp>
      <p:sp>
        <p:nvSpPr>
          <p:cNvPr id="225" name="Google Shape;225;p24"/>
          <p:cNvSpPr txBox="1"/>
          <p:nvPr/>
        </p:nvSpPr>
        <p:spPr>
          <a:xfrm>
            <a:off x="714375" y="3039725"/>
            <a:ext cx="1524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2.</a:t>
            </a:r>
            <a:endParaRPr/>
          </a:p>
        </p:txBody>
      </p:sp>
      <p:sp>
        <p:nvSpPr>
          <p:cNvPr id="226" name="Google Shape;226;p24"/>
          <p:cNvSpPr txBox="1"/>
          <p:nvPr/>
        </p:nvSpPr>
        <p:spPr>
          <a:xfrm>
            <a:off x="771525" y="2935307"/>
            <a:ext cx="4991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Deallocate Memory</a:t>
            </a:r>
            <a:endParaRPr dirty="0"/>
          </a:p>
        </p:txBody>
      </p:sp>
      <p:sp>
        <p:nvSpPr>
          <p:cNvPr id="227" name="Google Shape;227;p24"/>
          <p:cNvSpPr txBox="1"/>
          <p:nvPr/>
        </p:nvSpPr>
        <p:spPr>
          <a:xfrm>
            <a:off x="723900" y="3374886"/>
            <a:ext cx="1428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3.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781050" y="3268683"/>
            <a:ext cx="4991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Display Map</a:t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714375" y="3710047"/>
            <a:ext cx="1524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4.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771525" y="3626762"/>
            <a:ext cx="4991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Exit</a:t>
            </a:r>
            <a:endParaRPr dirty="0"/>
          </a:p>
        </p:txBody>
      </p:sp>
      <p:sp>
        <p:nvSpPr>
          <p:cNvPr id="231" name="Google Shape;231;p24"/>
          <p:cNvSpPr txBox="1"/>
          <p:nvPr/>
        </p:nvSpPr>
        <p:spPr>
          <a:xfrm>
            <a:off x="828675" y="4780418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876300" y="4697670"/>
            <a:ext cx="4991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Allocating more than pool size.</a:t>
            </a:r>
            <a:endParaRPr dirty="0"/>
          </a:p>
        </p:txBody>
      </p:sp>
      <p:sp>
        <p:nvSpPr>
          <p:cNvPr id="233" name="Google Shape;233;p24"/>
          <p:cNvSpPr txBox="1"/>
          <p:nvPr/>
        </p:nvSpPr>
        <p:spPr>
          <a:xfrm>
            <a:off x="828675" y="5115579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876300" y="5033247"/>
            <a:ext cx="49911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Double freeing pointers.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828675" y="5450740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857250" y="5356592"/>
            <a:ext cx="49911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ragmenting the pool then coalescing.</a:t>
            </a:r>
            <a:endParaRPr dirty="0"/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FAA6CF8-494F-056F-6DF7-1723AC2801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93672"/>
            <a:ext cx="5669035" cy="6358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143422"/>
            <a:ext cx="3549550" cy="3599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21075" y="2143422"/>
            <a:ext cx="3549699" cy="35998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6525" y="2143422"/>
            <a:ext cx="3549550" cy="359985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5"/>
          <p:cNvSpPr txBox="1"/>
          <p:nvPr/>
        </p:nvSpPr>
        <p:spPr>
          <a:xfrm>
            <a:off x="676275" y="1114722"/>
            <a:ext cx="11515725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Conclusion &amp;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Future Scope</a:t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485775" y="1114722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781050" y="3076872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Learnings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781050" y="3562647"/>
            <a:ext cx="2959000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Mastered pointer arithmetic and the internal mechanics of dynamic memory management beyond standard library calls.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4616350" y="3076872"/>
            <a:ext cx="31071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Achievements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4616350" y="3562647"/>
            <a:ext cx="2959149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Successfully implemented a First-Fit allocator with automatic block splitting and fragmentation-reducing coalescing.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8451800" y="3076872"/>
            <a:ext cx="3106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Future Work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8451800" y="3562647"/>
            <a:ext cx="29590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Implement Best-Fit strategy, add thread safety (mutex locks), and support `realloc` functionality.</a:t>
            </a:r>
            <a:endParaRPr/>
          </a:p>
        </p:txBody>
      </p:sp>
      <p:pic>
        <p:nvPicPr>
          <p:cNvPr id="253" name="Google Shape;253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245774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16350" y="2457747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51800" y="2457747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/>
        </p:nvSpPr>
        <p:spPr>
          <a:xfrm>
            <a:off x="242887" y="2531715"/>
            <a:ext cx="11706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485775" y="3731865"/>
            <a:ext cx="112204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/>
        </p:nvSpPr>
        <p:spPr>
          <a:xfrm>
            <a:off x="676275" y="1742182"/>
            <a:ext cx="115157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Refrences</a:t>
            </a:r>
            <a:endParaRPr lang="en-US" dirty="0"/>
          </a:p>
        </p:txBody>
      </p:sp>
      <p:sp>
        <p:nvSpPr>
          <p:cNvPr id="269" name="Google Shape;269;p27"/>
          <p:cNvSpPr/>
          <p:nvPr/>
        </p:nvSpPr>
        <p:spPr>
          <a:xfrm>
            <a:off x="485775" y="1742182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485775" y="3546127"/>
            <a:ext cx="7267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485775" y="4330898"/>
            <a:ext cx="7267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9203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 txBox="1"/>
          <p:nvPr/>
        </p:nvSpPr>
        <p:spPr>
          <a:xfrm>
            <a:off x="1581150" y="2913757"/>
            <a:ext cx="61722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https://barrgroup.com/images/articles/SafeMemoryUtilization04MultipleHeapAllocations.gif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1581150" y="3159472"/>
            <a:ext cx="6172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barrgroup.com</a:t>
            </a:r>
            <a:endParaRPr/>
          </a:p>
        </p:txBody>
      </p:sp>
      <p:pic>
        <p:nvPicPr>
          <p:cNvPr id="275" name="Google Shape;275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37050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/>
        </p:nvSpPr>
        <p:spPr>
          <a:xfrm>
            <a:off x="1581150" y="3698527"/>
            <a:ext cx="617220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https://awb.fyi/courses/cs208/s22/notes/images/implicit-free-list.png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1581150" y="3944242"/>
            <a:ext cx="6172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awb.fyi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683</Words>
  <Application>Microsoft Office PowerPoint</Application>
  <PresentationFormat>Widescreen</PresentationFormat>
  <Paragraphs>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</vt:lpstr>
      <vt:lpstr>Arial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Mayank Singh</dc:creator>
  <cp:lastModifiedBy>Mayank Singh</cp:lastModifiedBy>
  <cp:revision>1</cp:revision>
  <dcterms:modified xsi:type="dcterms:W3CDTF">2025-11-26T02:15:04Z</dcterms:modified>
</cp:coreProperties>
</file>